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RevConnect - Project Review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Role-Based Social Networking Platform</a:t>
            </a:r>
          </a:p>
          <a:p>
            <a:r>
              <a:t>Tech: Spring Boot, Thymeleaf, Spring Security, JPA, SQL (H2 local)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Need a unified platform for personal users, creators, and business accounts.</a:t>
            </a:r>
          </a:p>
          <a:p>
            <a:pPr/>
            <a:r>
              <a:t>Enable social interactions: posts, likes, comments, share, follow, messaging.</a:t>
            </a:r>
          </a:p>
          <a:p>
            <a:pPr/>
            <a:r>
              <a:t>Provide business/creator capabilities: scheduled posts, business page, product catalog.</a:t>
            </a:r>
          </a:p>
          <a:p>
            <a:pPr/>
            <a:r>
              <a:t>Build a secure, maintainable, testable Java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Authentication: Register, Login, Forgot/Reset Password.</a:t>
            </a:r>
          </a:p>
          <a:p>
            <a:pPr/>
            <a:r>
              <a:t>Feed: Create/Edit/Delete posts with optional image upload.</a:t>
            </a:r>
          </a:p>
          <a:p>
            <a:pPr/>
            <a:r>
              <a:t>Interactions: Like, Comment, Reply, Share, Hashtag search.</a:t>
            </a:r>
          </a:p>
          <a:p>
            <a:pPr/>
            <a:r>
              <a:t>Network: Follow system and personal-only connections.</a:t>
            </a:r>
          </a:p>
          <a:p>
            <a:pPr/>
            <a:r>
              <a:t>Messaging + Notifications + notification preferences.</a:t>
            </a:r>
          </a:p>
          <a:p>
            <a:pPr/>
            <a:r>
              <a:t>Business tools: Business page and products/services catalog.</a:t>
            </a:r>
          </a:p>
          <a:p>
            <a:pPr/>
            <a:r>
              <a:t>Scheduled publishing for creator/business posts.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Client: Thymeleaf templates + CSS + JavaScript.</a:t>
            </a:r>
          </a:p>
          <a:p>
            <a:pPr/>
            <a:r>
              <a:t>Controller layer: handles web/API requests.</a:t>
            </a:r>
          </a:p>
          <a:p>
            <a:pPr/>
            <a:r>
              <a:t>Service layer: business rules and workflow orchestration.</a:t>
            </a:r>
          </a:p>
          <a:p>
            <a:pPr/>
            <a:r>
              <a:t>Repository layer: Spring Data JPA + Specifications.</a:t>
            </a:r>
          </a:p>
          <a:p>
            <a:pPr/>
            <a:r>
              <a:t>Database: SQL schema (H2 file mode locally).</a:t>
            </a:r>
          </a:p>
          <a:p>
            <a:pPr/>
            <a:r>
              <a:t>Cross-cutting: Spring Security + JWT, Log4j2, GlobalExceptionHandler.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Package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Main Packages</a:t>
            </a:r>
          </a:p>
          <a:p>
            <a:pPr lvl="1"/>
            <a:r>
              <a:t>config - security and web configuration</a:t>
            </a:r>
          </a:p>
          <a:p>
            <a:pPr lvl="1"/>
            <a:r>
              <a:t>controller/rest - MVC views and JSON APIs</a:t>
            </a:r>
          </a:p>
          <a:p>
            <a:pPr lvl="1"/>
            <a:r>
              <a:t>service - business logic</a:t>
            </a:r>
          </a:p>
          <a:p>
            <a:pPr lvl="1"/>
            <a:r>
              <a:t>repository - data access</a:t>
            </a:r>
          </a:p>
          <a:p>
            <a:pPr lvl="1"/>
            <a:r>
              <a:t>entity - database domain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Supporting Packages</a:t>
            </a:r>
          </a:p>
          <a:p>
            <a:pPr lvl="1"/>
            <a:r>
              <a:t>dto - request/response models</a:t>
            </a:r>
          </a:p>
          <a:p>
            <a:pPr lvl="1"/>
            <a:r>
              <a:t>mapper - entity &lt;-&gt; DTO conversion</a:t>
            </a:r>
          </a:p>
          <a:p>
            <a:pPr lvl="1"/>
            <a:r>
              <a:t>exception - custom errors + global handler</a:t>
            </a:r>
          </a:p>
          <a:p>
            <a:pPr lvl="1"/>
            <a:r>
              <a:t>security - JWT token flow</a:t>
            </a:r>
          </a:p>
          <a:p>
            <a:pPr lvl="1"/>
            <a:r>
              <a:t>resources - templates, static assets, properties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(ERD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entities: User, Post, Comment, CommentReply, Like, Follow, Connection.</a:t>
            </a:r>
          </a:p>
          <a:p>
            <a:pPr/>
            <a:r>
              <a:t>Communication entities: Message, Notification, NotificationPreference.</a:t>
            </a:r>
          </a:p>
          <a:p>
            <a:pPr/>
            <a:r>
              <a:t>Business entities: BusinessPage, Product.</a:t>
            </a:r>
          </a:p>
          <a:p>
            <a:pPr/>
            <a:r>
              <a:t>Security/analytics entities: PasswordResetToken, PostView.</a:t>
            </a:r>
          </a:p>
          <a:p>
            <a:pPr/>
            <a:r>
              <a:t>Relationships modeled using JPA annotations (@OneToMany, @ManyToOne, @ManyToMany).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Logging,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Security for protected routes and role-based access.</a:t>
            </a:r>
          </a:p>
          <a:p>
            <a:pPr/>
            <a:r>
              <a:t>JWT components available for token-based API authentication.</a:t>
            </a:r>
          </a:p>
          <a:p>
            <a:pPr/>
            <a:r>
              <a:t>Password reset via token with expiry validation.</a:t>
            </a:r>
          </a:p>
          <a:p>
            <a:pPr/>
            <a:r>
              <a:t>Log4j2 with console + rolling file logs for troubleshooting.</a:t>
            </a:r>
          </a:p>
          <a:p>
            <a:pPr/>
            <a:r>
              <a:t>Global exception handling for consistent user-friendly error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 tests across service, repository, controller, security, mapper, exception layers.</a:t>
            </a:r>
          </a:p>
          <a:p>
            <a:pPr/>
            <a:r>
              <a:t>Executed using Maven Surefire (target/surefire-reports).</a:t>
            </a:r>
          </a:p>
          <a:p>
            <a:pPr/>
            <a:r>
              <a:t>Validated critical flows: auth, posting, interactions, search, products, messaging.</a:t>
            </a:r>
          </a:p>
          <a:p>
            <a:pPr/>
            <a:r>
              <a:t>Bug fixes done for upload flow, search behavior, product save issues, and role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flow: Register/Login -&gt; Create Post -&gt; Interact -&gt; Search -&gt; Message -&gt; Product management.</a:t>
            </a:r>
          </a:p>
          <a:p>
            <a:pPr/>
            <a:r>
              <a:t>Project demonstrates full-stack Java web development with clean layered design.</a:t>
            </a:r>
          </a:p>
          <a:p>
            <a:pPr/>
            <a:r>
              <a:t>Scalable next steps: move to MySQL/PostgreSQL, improve search ranking, CI/CD deployment.</a:t>
            </a:r>
          </a:p>
          <a:p>
            <a:pP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